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2" r:id="rId5"/>
    <p:sldId id="263" r:id="rId6"/>
    <p:sldId id="268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66699"/>
    <a:srgbClr val="FF7C80"/>
    <a:srgbClr val="FF5050"/>
    <a:srgbClr val="AF0505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89760" autoAdjust="0"/>
  </p:normalViewPr>
  <p:slideViewPr>
    <p:cSldViewPr snapToGrid="0">
      <p:cViewPr varScale="1">
        <p:scale>
          <a:sx n="90" d="100"/>
          <a:sy n="90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D3F9C-7161-4404-8A13-6384EA9D72FD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28303-9C05-49B2-9585-912BB6C2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0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8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0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9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1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4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8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7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5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2A76B-B7B5-4450-9734-1276C806D30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5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43952" y="78793"/>
            <a:ext cx="7342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Presentation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456" y="1017511"/>
            <a:ext cx="9997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Department of Information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731" y="2099689"/>
            <a:ext cx="1044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TITLE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433530" y="4810762"/>
            <a:ext cx="4299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ISE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college, Bengaluru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4810761"/>
            <a:ext cx="6096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of Department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 Amutha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HOD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ISE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college, Bengaluru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47046" y="4949260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college, Bengaluru</a:t>
            </a:r>
          </a:p>
        </p:txBody>
      </p:sp>
    </p:spTree>
    <p:extLst>
      <p:ext uri="{BB962C8B-B14F-4D97-AF65-F5344CB8AC3E}">
        <p14:creationId xmlns:p14="http://schemas.microsoft.com/office/powerpoint/2010/main" val="76164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664" y="1063609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Group No -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467655"/>
              </p:ext>
            </p:extLst>
          </p:nvPr>
        </p:nvGraphicFramePr>
        <p:xfrm>
          <a:off x="298734" y="1615979"/>
          <a:ext cx="9336585" cy="377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1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121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1219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4590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SL.NO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45901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5901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45901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86843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53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1954" y="1104723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3141" y="966362"/>
            <a:ext cx="74298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92726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Anamoly Detection in Heart Disease using Bisecting Min Max DB-SCAN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76955B3-6B8F-3C2A-F8D4-E74918490592}"/>
              </a:ext>
            </a:extLst>
          </p:cNvPr>
          <p:cNvSpPr txBox="1"/>
          <p:nvPr/>
        </p:nvSpPr>
        <p:spPr>
          <a:xfrm>
            <a:off x="4157221" y="1116233"/>
            <a:ext cx="6544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666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9084" y="954475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76074" y="954475"/>
            <a:ext cx="40094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08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4 EXISTING  METHOD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664" y="1063609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28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5.PROPOSED METHOD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664" y="1063609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32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664" y="1063609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06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664" y="1063609"/>
            <a:ext cx="11263203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 FOR PREPARATION OF PPT</a:t>
            </a:r>
          </a:p>
          <a:p>
            <a:r>
              <a:rPr lang="en-US" b="1" dirty="0" smtClean="0"/>
              <a:t>1. </a:t>
            </a:r>
            <a:r>
              <a:rPr lang="en-US" b="1" dirty="0"/>
              <a:t>Title Slide:</a:t>
            </a:r>
          </a:p>
          <a:p>
            <a:r>
              <a:rPr lang="en-US" b="1" dirty="0"/>
              <a:t>Project Title Font Size</a:t>
            </a:r>
            <a:r>
              <a:rPr lang="en-US" dirty="0"/>
              <a:t>: Use a large and bold font for the title, typically between </a:t>
            </a:r>
            <a:r>
              <a:rPr lang="en-US" b="1" dirty="0"/>
              <a:t>36-44 pt</a:t>
            </a:r>
            <a:r>
              <a:rPr lang="en-US" dirty="0"/>
              <a:t>. Ensure it’s clear and stands out.</a:t>
            </a:r>
          </a:p>
          <a:p>
            <a:r>
              <a:rPr lang="en-US" b="1" dirty="0"/>
              <a:t>Name Font Size</a:t>
            </a:r>
            <a:r>
              <a:rPr lang="en-US" dirty="0"/>
              <a:t>: Your name(s) should be slightly smaller than the title. Use </a:t>
            </a:r>
            <a:r>
              <a:rPr lang="en-US" b="1" dirty="0"/>
              <a:t>24-32 </a:t>
            </a:r>
            <a:r>
              <a:rPr lang="en-US" b="1" dirty="0" err="1"/>
              <a:t>pt</a:t>
            </a:r>
            <a:r>
              <a:rPr lang="en-US" dirty="0"/>
              <a:t> font size.</a:t>
            </a:r>
          </a:p>
          <a:p>
            <a:r>
              <a:rPr lang="en-US" b="1" dirty="0"/>
              <a:t>USN (or student ID) Font Size</a:t>
            </a:r>
            <a:r>
              <a:rPr lang="en-US" dirty="0"/>
              <a:t>: Slightly smaller than the name, usually </a:t>
            </a:r>
            <a:r>
              <a:rPr lang="en-US" b="1" dirty="0" smtClean="0"/>
              <a:t>24-32 </a:t>
            </a:r>
            <a:r>
              <a:rPr lang="en-US" b="1" dirty="0"/>
              <a:t>pt</a:t>
            </a:r>
            <a:r>
              <a:rPr lang="en-US" dirty="0"/>
              <a:t>.</a:t>
            </a:r>
          </a:p>
          <a:p>
            <a:r>
              <a:rPr lang="en-US" b="1" dirty="0"/>
              <a:t>2. Content Slides:</a:t>
            </a:r>
          </a:p>
          <a:p>
            <a:r>
              <a:rPr lang="en-US" b="1" dirty="0"/>
              <a:t>Slide Title Font Size</a:t>
            </a:r>
            <a:r>
              <a:rPr lang="en-US" dirty="0"/>
              <a:t>: Use </a:t>
            </a:r>
            <a:r>
              <a:rPr lang="en-US" b="1" dirty="0"/>
              <a:t>28-36 </a:t>
            </a:r>
            <a:r>
              <a:rPr lang="en-US" b="1" dirty="0" err="1"/>
              <a:t>pt</a:t>
            </a:r>
            <a:r>
              <a:rPr lang="en-US" dirty="0"/>
              <a:t> for slide titles to maintain visibility and clarity.</a:t>
            </a:r>
          </a:p>
          <a:p>
            <a:r>
              <a:rPr lang="en-US" b="1" dirty="0"/>
              <a:t>Content Font Size</a:t>
            </a:r>
            <a:r>
              <a:rPr lang="en-US" dirty="0"/>
              <a:t>: Use a readable font size, generally between </a:t>
            </a:r>
            <a:r>
              <a:rPr lang="en-US" b="1" dirty="0"/>
              <a:t>18-24 pt</a:t>
            </a:r>
            <a:r>
              <a:rPr lang="en-US" dirty="0"/>
              <a:t>. Larger fonts are better for easy reading from a distance.</a:t>
            </a:r>
          </a:p>
          <a:p>
            <a:r>
              <a:rPr lang="en-US" b="1" dirty="0"/>
              <a:t>Bullet Points/Sub-points Font Size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Main points: </a:t>
            </a:r>
            <a:r>
              <a:rPr lang="en-US" b="1" dirty="0"/>
              <a:t>20-24 </a:t>
            </a:r>
            <a:r>
              <a:rPr lang="en-US" b="1" dirty="0" err="1"/>
              <a:t>pt</a:t>
            </a:r>
            <a:endParaRPr lang="en-US" dirty="0"/>
          </a:p>
          <a:p>
            <a:pPr lvl="1"/>
            <a:r>
              <a:rPr lang="en-US" dirty="0"/>
              <a:t>Sub-points: </a:t>
            </a:r>
            <a:r>
              <a:rPr lang="en-US" b="1" dirty="0"/>
              <a:t>18-20 </a:t>
            </a:r>
            <a:r>
              <a:rPr lang="en-US" b="1" dirty="0" err="1"/>
              <a:t>pt</a:t>
            </a:r>
            <a:endParaRPr lang="en-US" dirty="0"/>
          </a:p>
          <a:p>
            <a:r>
              <a:rPr lang="en-US" b="1" dirty="0"/>
              <a:t>3. Additional Tips:</a:t>
            </a:r>
          </a:p>
          <a:p>
            <a:r>
              <a:rPr lang="en-US" dirty="0"/>
              <a:t>Use </a:t>
            </a:r>
            <a:r>
              <a:rPr lang="en-US" b="1" dirty="0"/>
              <a:t>sans-serif fonts</a:t>
            </a:r>
            <a:r>
              <a:rPr lang="en-US" dirty="0"/>
              <a:t> (like </a:t>
            </a:r>
            <a:r>
              <a:rPr lang="en-US" dirty="0" smtClean="0"/>
              <a:t> Times new Roman ,Arial</a:t>
            </a:r>
            <a:r>
              <a:rPr lang="en-US" dirty="0"/>
              <a:t>, Calibri, or Verdana) for clarity and readability.</a:t>
            </a:r>
          </a:p>
          <a:p>
            <a:r>
              <a:rPr lang="en-US" dirty="0"/>
              <a:t>Keep </a:t>
            </a:r>
            <a:r>
              <a:rPr lang="en-US" b="1" dirty="0" smtClean="0"/>
              <a:t>the background same </a:t>
            </a:r>
          </a:p>
          <a:p>
            <a:r>
              <a:rPr lang="en-US" dirty="0" smtClean="0"/>
              <a:t>Stick </a:t>
            </a:r>
            <a:r>
              <a:rPr lang="en-US" dirty="0"/>
              <a:t>to </a:t>
            </a:r>
            <a:r>
              <a:rPr lang="en-US" b="1" dirty="0"/>
              <a:t>consistent formatting</a:t>
            </a:r>
            <a:r>
              <a:rPr lang="en-US" dirty="0"/>
              <a:t> throughout the presentation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**should show the </a:t>
            </a:r>
            <a:r>
              <a:rPr lang="en-US" dirty="0" err="1" smtClean="0"/>
              <a:t>ppt</a:t>
            </a:r>
            <a:r>
              <a:rPr lang="en-US" dirty="0" smtClean="0"/>
              <a:t> to your respective  guide and verified before your presenting.</a:t>
            </a:r>
            <a:endParaRPr lang="en-US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79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26067" y="1166843"/>
            <a:ext cx="963506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Steps for Preparing a Literature Review (Focusing on Recent Studies</a:t>
            </a:r>
            <a:r>
              <a:rPr lang="en-US" b="1" dirty="0" smtClean="0"/>
              <a:t>):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Define the Scope of Your Review: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Clearly identify the </a:t>
            </a:r>
            <a:r>
              <a:rPr lang="en-US" b="1" dirty="0"/>
              <a:t>research question</a:t>
            </a:r>
            <a:r>
              <a:rPr lang="en-US" dirty="0"/>
              <a:t> or </a:t>
            </a:r>
            <a:r>
              <a:rPr lang="en-US" b="1" dirty="0"/>
              <a:t>topic</a:t>
            </a:r>
            <a:r>
              <a:rPr lang="en-US" dirty="0"/>
              <a:t> you are reviewing</a:t>
            </a:r>
            <a:r>
              <a:rPr lang="en-US" dirty="0" smtClean="0"/>
              <a:t>.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Limit your review to studies from recent years (e.g., </a:t>
            </a:r>
            <a:r>
              <a:rPr lang="en-US" b="1" dirty="0"/>
              <a:t>last 5 years</a:t>
            </a:r>
            <a:r>
              <a:rPr lang="en-US" dirty="0"/>
              <a:t>) to ensure up-to-date information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Search for Recent Literature: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academic databases</a:t>
            </a:r>
            <a:r>
              <a:rPr lang="en-US" dirty="0"/>
              <a:t> like Google Scholar, PubMed, IEEE </a:t>
            </a:r>
            <a:r>
              <a:rPr lang="en-US" dirty="0" err="1"/>
              <a:t>Xplore</a:t>
            </a:r>
            <a:r>
              <a:rPr lang="en-US" dirty="0"/>
              <a:t>, Scopus, or JSTOR.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Search for keywords related to your topic, combined with time filters to find studies from recent years.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terms like "recent developments in [topic]" or "current trends in [field]" in your search.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smtClean="0"/>
              <a:t>Display </a:t>
            </a:r>
            <a:r>
              <a:rPr lang="en-US" dirty="0"/>
              <a:t>papers from the last 5 years (e.g., </a:t>
            </a:r>
            <a:r>
              <a:rPr lang="en-US" b="1" dirty="0"/>
              <a:t>2019–2024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75357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426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Senkamalavalli Rajagopalan</cp:lastModifiedBy>
  <cp:revision>32</cp:revision>
  <dcterms:created xsi:type="dcterms:W3CDTF">2023-12-28T10:34:20Z</dcterms:created>
  <dcterms:modified xsi:type="dcterms:W3CDTF">2024-10-17T07:02:37Z</dcterms:modified>
</cp:coreProperties>
</file>